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7" r:id="rId4"/>
    <p:sldId id="262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0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4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8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0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2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9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9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3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4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5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7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EDE0C-D7D6-4463-97C0-FC085E256736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70F07-8066-4F73-B5AB-EDF19153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3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53905" y="5420412"/>
            <a:ext cx="5147035" cy="405353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Nasian</a:t>
            </a:r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Gender-Climate Initiative NGCI</a:t>
            </a:r>
            <a:endParaRPr lang="en-US" sz="24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77997" y="3429000"/>
            <a:ext cx="2781531" cy="23083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>
            <a:spAutoFit/>
          </a:bodyPr>
          <a:lstStyle/>
          <a:p>
            <a:r>
              <a:rPr lang="en-GB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M. </a:t>
            </a:r>
            <a:r>
              <a:rPr lang="en-GB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Umer</a:t>
            </a:r>
            <a:r>
              <a:rPr lang="en-GB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Farooq</a:t>
            </a:r>
          </a:p>
          <a:p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Arfa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Zahid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</a:p>
          <a:p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Aqsa </a:t>
            </a:r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Fiaz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</a:p>
          <a:p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Areeba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Hanif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</a:p>
          <a:p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Hira </a:t>
            </a:r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Zahid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</a:p>
          <a:p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Ahmad </a:t>
            </a:r>
            <a:r>
              <a:rPr lang="en-US" sz="2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Azhar</a:t>
            </a:r>
            <a:r>
              <a:rPr lang="en-US" sz="2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</a:t>
            </a:r>
            <a:endParaRPr lang="en-US" sz="2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Stencil" panose="040409050D0802020404" pitchFamily="8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72" y="5402536"/>
            <a:ext cx="1586847" cy="158684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34912" y="461914"/>
            <a:ext cx="5109328" cy="1310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005786" y="1176212"/>
            <a:ext cx="42432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Stencil" panose="040409050D0802020404" pitchFamily="82" charset="0"/>
              </a:rPr>
              <a:t>NGCI</a:t>
            </a:r>
            <a:endParaRPr lang="en-US" sz="8000" b="1" i="1" dirty="0">
              <a:ln w="0"/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340" y="5906646"/>
            <a:ext cx="1016052" cy="6350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917424" y="6047691"/>
            <a:ext cx="2038221" cy="4892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00771" y="6013746"/>
            <a:ext cx="19752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n w="0"/>
                <a:solidFill>
                  <a:schemeClr val="accent6"/>
                </a:solidFill>
                <a:effectLst>
                  <a:reflection blurRad="6350" stA="53000" endA="300" endPos="35500" dir="5400000" sy="-90000" algn="bl" rotWithShape="0"/>
                </a:effectLst>
                <a:latin typeface="Stencil" panose="040409050D0802020404" pitchFamily="82" charset="0"/>
              </a:rPr>
              <a:t>Pakistan</a:t>
            </a:r>
            <a:endParaRPr lang="en-US" sz="2800" dirty="0">
              <a:ln w="0"/>
              <a:solidFill>
                <a:schemeClr val="accent6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763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779" y="3648173"/>
            <a:ext cx="7145517" cy="305428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</a:t>
            </a: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 (SDGs), established in 2015, aim to promote human development while protecting the environment. </a:t>
            </a:r>
            <a:endParaRPr lang="en-GB" sz="24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 Gender Equality </a:t>
            </a:r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13: Climate Action highlight two critical global issues that, while often considered separately, are deeply interconnected.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3192011" y="0"/>
            <a:ext cx="5452367" cy="114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 smtClean="0">
                <a:solidFill>
                  <a:schemeClr val="bg1"/>
                </a:solidFill>
                <a:latin typeface="Wide Latin" panose="020A0A07050505020404" pitchFamily="18" charset="0"/>
              </a:rPr>
              <a:t>Intoduction</a:t>
            </a:r>
            <a:endParaRPr lang="en-US" b="1" dirty="0">
              <a:solidFill>
                <a:schemeClr val="bg1"/>
              </a:solidFill>
              <a:latin typeface="Wide Latin" panose="020A0A070505050204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52528" y="1489434"/>
            <a:ext cx="3827282" cy="9049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400" dirty="0" smtClean="0">
                <a:solidFill>
                  <a:schemeClr val="bg1"/>
                </a:solidFill>
                <a:latin typeface="Stencil" panose="040409050D0802020404" pitchFamily="82" charset="0"/>
              </a:rPr>
              <a:t>Challenge</a:t>
            </a:r>
            <a:endParaRPr lang="en-US" sz="44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52528" y="2550972"/>
            <a:ext cx="3827282" cy="122917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 Inequality &amp; Climate Change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53" y="5320836"/>
            <a:ext cx="1586847" cy="15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2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26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72" y="5402536"/>
            <a:ext cx="1586847" cy="15868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97724" y="-9426"/>
            <a:ext cx="6749591" cy="8201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10247" y="139029"/>
            <a:ext cx="65245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Stencil" panose="040409050D0802020404" pitchFamily="82" charset="0"/>
              </a:rPr>
              <a:t>Problem Statement &amp; Challenges</a:t>
            </a:r>
            <a:endParaRPr lang="en-US" sz="2800" b="1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7962" y="750695"/>
            <a:ext cx="95493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lt1"/>
                </a:solidFill>
                <a:latin typeface="Stencil" panose="040409050D0802020404" pitchFamily="82" charset="0"/>
              </a:rPr>
              <a:t>Problem </a:t>
            </a:r>
            <a:r>
              <a:rPr lang="en-GB" sz="3200" b="1" dirty="0" smtClean="0">
                <a:solidFill>
                  <a:schemeClr val="lt1"/>
                </a:solidFill>
                <a:latin typeface="Stencil" panose="040409050D0802020404" pitchFamily="82" charset="0"/>
              </a:rPr>
              <a:t>Statement</a:t>
            </a:r>
            <a:endParaRPr lang="en-GB" sz="3200" b="1" dirty="0">
              <a:solidFill>
                <a:schemeClr val="lt1"/>
              </a:solidFill>
              <a:latin typeface="Stencil" panose="040409050D0802020404" pitchFamily="82" charset="0"/>
            </a:endParaRPr>
          </a:p>
          <a:p>
            <a:pPr algn="just"/>
            <a:r>
              <a:rPr lang="en-GB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exacerbates gender inequality, disproportionately affecting women and marginalized gender groups. This interconnected crisis leads to increased vulnerability, economic disparity, and heightened risks of gender-based violence (GBV) in the wake of environmental disasters</a:t>
            </a:r>
            <a:r>
              <a:rPr lang="en-GB" sz="2000" dirty="0" smtClean="0"/>
              <a:t>.</a:t>
            </a:r>
            <a:endParaRPr lang="en-GB"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2187016" y="4024301"/>
            <a:ext cx="3695309" cy="56185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Stencil" panose="040409050D0802020404" pitchFamily="82" charset="0"/>
              </a:rPr>
              <a:t>Key Challenges</a:t>
            </a:r>
            <a:endParaRPr lang="en-US" sz="3200" b="1" dirty="0">
              <a:latin typeface="Stencil" panose="040409050D0802020404" pitchFamily="82" charset="0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2187016" y="4585802"/>
            <a:ext cx="586416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Vulnerability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Disparities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Gender-Based Violence (GBV)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Resources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Underrepresentation in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59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4" y="0"/>
            <a:ext cx="12192000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Oval 4"/>
          <p:cNvSpPr/>
          <p:nvPr/>
        </p:nvSpPr>
        <p:spPr>
          <a:xfrm>
            <a:off x="3795858" y="3067246"/>
            <a:ext cx="4883086" cy="3822569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185501" y="3617222"/>
            <a:ext cx="4168218" cy="2849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b="1" dirty="0" smtClean="0">
              <a:solidFill>
                <a:schemeClr val="bg1"/>
              </a:solidFill>
              <a:latin typeface="Eras Demi ITC" panose="020B0805030504020804" pitchFamily="34" charset="0"/>
            </a:endParaRPr>
          </a:p>
          <a:p>
            <a:r>
              <a:rPr lang="en-GB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NGCI: A Gender-Inclusive Approach</a:t>
            </a:r>
          </a:p>
          <a:p>
            <a:r>
              <a:rPr lang="en-GB" b="1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Content</a:t>
            </a:r>
            <a:r>
              <a:rPr lang="en-GB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Community-driven climate resilience programs.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Gender-responsive climate policies.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Data-driven decision-making for gender equality.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81719" y="5336"/>
            <a:ext cx="4628561" cy="60567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36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Nasian</a:t>
            </a:r>
            <a:r>
              <a:rPr lang="en-GB" sz="3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tencil" panose="040409050D0802020404" pitchFamily="82" charset="0"/>
              </a:rPr>
              <a:t>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1719" y="759857"/>
            <a:ext cx="496635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GB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NASIAN Initiative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the relationship between climate change and gender inequality.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address vulnerable regions.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gender-inclusive climate resilience.</a:t>
            </a:r>
            <a:endParaRPr lang="en-GB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074" y="1040875"/>
            <a:ext cx="3253033" cy="325303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5230" y="2734556"/>
            <a:ext cx="3294664" cy="339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20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153" y="5334783"/>
            <a:ext cx="1586847" cy="1586847"/>
          </a:xfrm>
          <a:prstGeom prst="rect">
            <a:avLst/>
          </a:prstGeom>
        </p:spPr>
      </p:pic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393576" y="3227026"/>
            <a:ext cx="33881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 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Climate-Resilient Agriculture for Women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Gender-responsive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disaster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management policies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 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Technological tools for gender-climate data representation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504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28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72" y="5402536"/>
            <a:ext cx="1586847" cy="15868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78999" y="0"/>
            <a:ext cx="3553905" cy="61274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49841" y="44761"/>
            <a:ext cx="32688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 smtClean="0">
                <a:solidFill>
                  <a:schemeClr val="bg1"/>
                </a:solidFill>
                <a:latin typeface="Stencil" panose="040409050D0802020404" pitchFamily="82" charset="0"/>
              </a:rPr>
              <a:t>Call to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87" y="1891361"/>
            <a:ext cx="2972588" cy="2790334"/>
          </a:xfrm>
          <a:prstGeom prst="roundRect">
            <a:avLst>
              <a:gd name="adj" fmla="val 333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-210530" y="2270865"/>
            <a:ext cx="32491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Advocate for gender-responsive policies and climate adaptation.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Collaborate with local communities to empower women and tackle gender inequality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18" name="Rounded Rectangle 17"/>
          <p:cNvSpPr/>
          <p:nvPr/>
        </p:nvSpPr>
        <p:spPr>
          <a:xfrm>
            <a:off x="7214648" y="4487159"/>
            <a:ext cx="4977352" cy="24556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7277877" y="4760892"/>
            <a:ext cx="4914123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importance of gender-inclusive climate solutions.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stakeholders to support the NGCI project.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Invite collaboration for global impact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13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2666"/>
          </a:xfrm>
          <a:prstGeom prst="rect">
            <a:avLst/>
          </a:prstGeom>
        </p:spPr>
      </p:pic>
      <p:sp>
        <p:nvSpPr>
          <p:cNvPr id="10" name="Flowchart: Delay 9"/>
          <p:cNvSpPr/>
          <p:nvPr/>
        </p:nvSpPr>
        <p:spPr>
          <a:xfrm>
            <a:off x="0" y="592021"/>
            <a:ext cx="4411744" cy="5627802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2983" y="1556936"/>
            <a:ext cx="39513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Stencil" panose="040409050D0802020404" pitchFamily="82" charset="0"/>
              </a:rPr>
              <a:t>WHY </a:t>
            </a:r>
            <a:r>
              <a:rPr lang="en-US" sz="8000" b="1" dirty="0" smtClean="0">
                <a:solidFill>
                  <a:schemeClr val="bg1"/>
                </a:solidFill>
                <a:latin typeface="Stencil" panose="040409050D0802020404" pitchFamily="82" charset="0"/>
              </a:rPr>
              <a:t>NASIAN         ?</a:t>
            </a:r>
            <a:endParaRPr lang="en-US" sz="8000" b="1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03" y="5597891"/>
            <a:ext cx="1586847" cy="15868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11744" y="2090172"/>
            <a:ext cx="77802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NASIAN </a:t>
            </a:r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excels in tackling the intersection of gender and climate through innovative, data-driven solutions that empower marginalized communities. With a focus on collaboration and sustainable impact, </a:t>
            </a:r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NASIAN </a:t>
            </a:r>
            <a:r>
              <a:rPr lang="en-GB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aligns its initiatives with the UN's SDGs to promote gender equality and climate resilience. Their expertise and global partnerships make them the ideal choice for driving meaningful change.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9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3122"/>
            <a:ext cx="12192000" cy="69711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7" y="5271153"/>
            <a:ext cx="1586847" cy="15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5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325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Eras Demi ITC</vt:lpstr>
      <vt:lpstr>Stencil</vt:lpstr>
      <vt:lpstr>Times New Roman</vt:lpstr>
      <vt:lpstr>Wide Latin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leptop1</dc:creator>
  <cp:lastModifiedBy>leptop1</cp:lastModifiedBy>
  <cp:revision>32</cp:revision>
  <dcterms:created xsi:type="dcterms:W3CDTF">2024-10-06T04:43:07Z</dcterms:created>
  <dcterms:modified xsi:type="dcterms:W3CDTF">2024-10-08T07:18:23Z</dcterms:modified>
</cp:coreProperties>
</file>